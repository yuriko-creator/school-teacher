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rik A" userId="176680626489c049" providerId="LiveId" clId="{97FCBB00-50F2-4192-A116-FD3012E6BBC1}"/>
    <pc:docChg chg="undo redo custSel addSld delSld modSld sldOrd">
      <pc:chgData name="Yurik A" userId="176680626489c049" providerId="LiveId" clId="{97FCBB00-50F2-4192-A116-FD3012E6BBC1}" dt="2025-11-22T15:25:49.303" v="5197" actId="20577"/>
      <pc:docMkLst>
        <pc:docMk/>
      </pc:docMkLst>
      <pc:sldChg chg="addSp delSp modSp new mod modTransition">
        <pc:chgData name="Yurik A" userId="176680626489c049" providerId="LiveId" clId="{97FCBB00-50F2-4192-A116-FD3012E6BBC1}" dt="2025-11-22T13:56:38.675" v="4833"/>
        <pc:sldMkLst>
          <pc:docMk/>
          <pc:sldMk cId="1628487063" sldId="256"/>
        </pc:sldMkLst>
        <pc:spChg chg="del">
          <ac:chgData name="Yurik A" userId="176680626489c049" providerId="LiveId" clId="{97FCBB00-50F2-4192-A116-FD3012E6BBC1}" dt="2025-11-22T12:11:16.694" v="1" actId="478"/>
          <ac:spMkLst>
            <pc:docMk/>
            <pc:sldMk cId="1628487063" sldId="256"/>
            <ac:spMk id="2" creationId="{CA024A89-9330-C5D6-274C-BBDD8F8416B2}"/>
          </ac:spMkLst>
        </pc:spChg>
        <pc:spChg chg="del">
          <ac:chgData name="Yurik A" userId="176680626489c049" providerId="LiveId" clId="{97FCBB00-50F2-4192-A116-FD3012E6BBC1}" dt="2025-11-22T12:11:18.787" v="2" actId="478"/>
          <ac:spMkLst>
            <pc:docMk/>
            <pc:sldMk cId="1628487063" sldId="256"/>
            <ac:spMk id="3" creationId="{FDA16D3E-89E8-B969-8224-283658DC31BE}"/>
          </ac:spMkLst>
        </pc:spChg>
        <pc:spChg chg="add mod">
          <ac:chgData name="Yurik A" userId="176680626489c049" providerId="LiveId" clId="{97FCBB00-50F2-4192-A116-FD3012E6BBC1}" dt="2025-11-22T13:53:23.846" v="4727" actId="1076"/>
          <ac:spMkLst>
            <pc:docMk/>
            <pc:sldMk cId="1628487063" sldId="256"/>
            <ac:spMk id="6" creationId="{9E9FBD61-F710-430C-4071-75D0D0407E41}"/>
          </ac:spMkLst>
        </pc:spChg>
        <pc:spChg chg="add mod">
          <ac:chgData name="Yurik A" userId="176680626489c049" providerId="LiveId" clId="{97FCBB00-50F2-4192-A116-FD3012E6BBC1}" dt="2025-11-22T12:24:42.297" v="1483" actId="20577"/>
          <ac:spMkLst>
            <pc:docMk/>
            <pc:sldMk cId="1628487063" sldId="256"/>
            <ac:spMk id="7" creationId="{279DE654-3A44-6F92-FE52-F10F513E59C6}"/>
          </ac:spMkLst>
        </pc:spChg>
        <pc:spChg chg="add mod">
          <ac:chgData name="Yurik A" userId="176680626489c049" providerId="LiveId" clId="{97FCBB00-50F2-4192-A116-FD3012E6BBC1}" dt="2025-11-22T13:53:52.469" v="4743" actId="1076"/>
          <ac:spMkLst>
            <pc:docMk/>
            <pc:sldMk cId="1628487063" sldId="256"/>
            <ac:spMk id="8" creationId="{01AC8E98-399B-D3AB-9C46-0B636BEAAF79}"/>
          </ac:spMkLst>
        </pc:spChg>
        <pc:spChg chg="add mod">
          <ac:chgData name="Yurik A" userId="176680626489c049" providerId="LiveId" clId="{97FCBB00-50F2-4192-A116-FD3012E6BBC1}" dt="2025-11-22T13:54:22.753" v="4771" actId="1076"/>
          <ac:spMkLst>
            <pc:docMk/>
            <pc:sldMk cId="1628487063" sldId="256"/>
            <ac:spMk id="9" creationId="{055E392B-B026-1589-BCF7-C80698A3177B}"/>
          </ac:spMkLst>
        </pc:spChg>
        <pc:spChg chg="add mod">
          <ac:chgData name="Yurik A" userId="176680626489c049" providerId="LiveId" clId="{97FCBB00-50F2-4192-A116-FD3012E6BBC1}" dt="2025-11-22T13:55:36.903" v="4831" actId="14100"/>
          <ac:spMkLst>
            <pc:docMk/>
            <pc:sldMk cId="1628487063" sldId="256"/>
            <ac:spMk id="10" creationId="{5076A1F9-67F1-968B-3633-DA5FDF00822E}"/>
          </ac:spMkLst>
        </pc:spChg>
        <pc:picChg chg="add mod">
          <ac:chgData name="Yurik A" userId="176680626489c049" providerId="LiveId" clId="{97FCBB00-50F2-4192-A116-FD3012E6BBC1}" dt="2025-11-22T13:53:19.994" v="4726"/>
          <ac:picMkLst>
            <pc:docMk/>
            <pc:sldMk cId="1628487063" sldId="256"/>
            <ac:picMk id="5" creationId="{4CC8F190-5658-D569-B16A-7CEA0F8BDD7B}"/>
          </ac:picMkLst>
        </pc:picChg>
      </pc:sldChg>
      <pc:sldChg chg="new del">
        <pc:chgData name="Yurik A" userId="176680626489c049" providerId="LiveId" clId="{97FCBB00-50F2-4192-A116-FD3012E6BBC1}" dt="2025-11-22T12:46:23.128" v="1839" actId="47"/>
        <pc:sldMkLst>
          <pc:docMk/>
          <pc:sldMk cId="79216037" sldId="257"/>
        </pc:sldMkLst>
      </pc:sldChg>
      <pc:sldChg chg="addSp delSp modSp add mod modTransition">
        <pc:chgData name="Yurik A" userId="176680626489c049" providerId="LiveId" clId="{97FCBB00-50F2-4192-A116-FD3012E6BBC1}" dt="2025-11-22T15:22:21.676" v="5126" actId="207"/>
        <pc:sldMkLst>
          <pc:docMk/>
          <pc:sldMk cId="683690022" sldId="257"/>
        </pc:sldMkLst>
        <pc:spChg chg="add del mod">
          <ac:chgData name="Yurik A" userId="176680626489c049" providerId="LiveId" clId="{97FCBB00-50F2-4192-A116-FD3012E6BBC1}" dt="2025-11-22T15:21:08.070" v="5058" actId="1076"/>
          <ac:spMkLst>
            <pc:docMk/>
            <pc:sldMk cId="683690022" sldId="257"/>
            <ac:spMk id="4" creationId="{9FFC326B-22ED-83F9-6C53-94964881356A}"/>
          </ac:spMkLst>
        </pc:spChg>
        <pc:spChg chg="mod ord">
          <ac:chgData name="Yurik A" userId="176680626489c049" providerId="LiveId" clId="{97FCBB00-50F2-4192-A116-FD3012E6BBC1}" dt="2025-11-22T15:22:21.676" v="5126" actId="207"/>
          <ac:spMkLst>
            <pc:docMk/>
            <pc:sldMk cId="683690022" sldId="257"/>
            <ac:spMk id="6" creationId="{64DDC24C-28C4-0D62-37C2-E9668F368062}"/>
          </ac:spMkLst>
        </pc:spChg>
        <pc:spChg chg="add del mod">
          <ac:chgData name="Yurik A" userId="176680626489c049" providerId="LiveId" clId="{97FCBB00-50F2-4192-A116-FD3012E6BBC1}" dt="2025-11-22T15:21:14.924" v="5060" actId="1076"/>
          <ac:spMkLst>
            <pc:docMk/>
            <pc:sldMk cId="683690022" sldId="257"/>
            <ac:spMk id="7" creationId="{FAC09E65-BE8B-9EDD-68EE-DCB89B8A11E4}"/>
          </ac:spMkLst>
        </pc:spChg>
        <pc:spChg chg="del">
          <ac:chgData name="Yurik A" userId="176680626489c049" providerId="LiveId" clId="{97FCBB00-50F2-4192-A116-FD3012E6BBC1}" dt="2025-11-22T12:56:29.648" v="2031" actId="478"/>
          <ac:spMkLst>
            <pc:docMk/>
            <pc:sldMk cId="683690022" sldId="257"/>
            <ac:spMk id="8" creationId="{0C60A0DB-1D37-7EAF-9897-E886CAB10355}"/>
          </ac:spMkLst>
        </pc:spChg>
        <pc:spChg chg="add del mod">
          <ac:chgData name="Yurik A" userId="176680626489c049" providerId="LiveId" clId="{97FCBB00-50F2-4192-A116-FD3012E6BBC1}" dt="2025-11-22T15:20:52.088" v="5054" actId="1076"/>
          <ac:spMkLst>
            <pc:docMk/>
            <pc:sldMk cId="683690022" sldId="257"/>
            <ac:spMk id="9" creationId="{E56EA983-3E09-4D45-CCCF-0237A790A699}"/>
          </ac:spMkLst>
        </pc:spChg>
        <pc:spChg chg="add del mod">
          <ac:chgData name="Yurik A" userId="176680626489c049" providerId="LiveId" clId="{97FCBB00-50F2-4192-A116-FD3012E6BBC1}" dt="2025-11-22T15:20:58.449" v="5056" actId="1076"/>
          <ac:spMkLst>
            <pc:docMk/>
            <pc:sldMk cId="683690022" sldId="257"/>
            <ac:spMk id="10" creationId="{37D62067-C382-10EE-274D-2362B49D2ECC}"/>
          </ac:spMkLst>
        </pc:spChg>
        <pc:spChg chg="add del mod">
          <ac:chgData name="Yurik A" userId="176680626489c049" providerId="LiveId" clId="{97FCBB00-50F2-4192-A116-FD3012E6BBC1}" dt="2025-11-22T15:20:08.526" v="5044" actId="1076"/>
          <ac:spMkLst>
            <pc:docMk/>
            <pc:sldMk cId="683690022" sldId="257"/>
            <ac:spMk id="11" creationId="{1F46180F-A481-D630-4DE9-362A31929C00}"/>
          </ac:spMkLst>
        </pc:spChg>
        <pc:spChg chg="add del mod">
          <ac:chgData name="Yurik A" userId="176680626489c049" providerId="LiveId" clId="{97FCBB00-50F2-4192-A116-FD3012E6BBC1}" dt="2025-11-22T15:20:00.458" v="5040" actId="1076"/>
          <ac:spMkLst>
            <pc:docMk/>
            <pc:sldMk cId="683690022" sldId="257"/>
            <ac:spMk id="12" creationId="{FE32CE41-AA8C-67CE-BCDF-CAB139787285}"/>
          </ac:spMkLst>
        </pc:spChg>
        <pc:spChg chg="add del mod">
          <ac:chgData name="Yurik A" userId="176680626489c049" providerId="LiveId" clId="{97FCBB00-50F2-4192-A116-FD3012E6BBC1}" dt="2025-11-22T15:20:25.990" v="5050" actId="1076"/>
          <ac:spMkLst>
            <pc:docMk/>
            <pc:sldMk cId="683690022" sldId="257"/>
            <ac:spMk id="13" creationId="{E8E46793-5843-1059-2653-46B2D1DB7837}"/>
          </ac:spMkLst>
        </pc:spChg>
        <pc:spChg chg="add mod">
          <ac:chgData name="Yurik A" userId="176680626489c049" providerId="LiveId" clId="{97FCBB00-50F2-4192-A116-FD3012E6BBC1}" dt="2025-11-22T15:21:30.871" v="5062" actId="207"/>
          <ac:spMkLst>
            <pc:docMk/>
            <pc:sldMk cId="683690022" sldId="257"/>
            <ac:spMk id="14" creationId="{584DABE3-2592-7E81-7E22-7F6722C90EDE}"/>
          </ac:spMkLst>
        </pc:spChg>
        <pc:spChg chg="add mod">
          <ac:chgData name="Yurik A" userId="176680626489c049" providerId="LiveId" clId="{97FCBB00-50F2-4192-A116-FD3012E6BBC1}" dt="2025-11-22T15:22:01.658" v="5069" actId="207"/>
          <ac:spMkLst>
            <pc:docMk/>
            <pc:sldMk cId="683690022" sldId="257"/>
            <ac:spMk id="15" creationId="{33019DB8-8C40-44FA-5D52-1FBD88B2F156}"/>
          </ac:spMkLst>
        </pc:spChg>
        <pc:spChg chg="add mod">
          <ac:chgData name="Yurik A" userId="176680626489c049" providerId="LiveId" clId="{97FCBB00-50F2-4192-A116-FD3012E6BBC1}" dt="2025-11-22T15:22:04.881" v="5070" actId="207"/>
          <ac:spMkLst>
            <pc:docMk/>
            <pc:sldMk cId="683690022" sldId="257"/>
            <ac:spMk id="16" creationId="{0E341D8E-7337-F009-39EB-1D29C62491F6}"/>
          </ac:spMkLst>
        </pc:spChg>
        <pc:spChg chg="add mod">
          <ac:chgData name="Yurik A" userId="176680626489c049" providerId="LiveId" clId="{97FCBB00-50F2-4192-A116-FD3012E6BBC1}" dt="2025-11-22T15:21:01.955" v="5057" actId="1076"/>
          <ac:spMkLst>
            <pc:docMk/>
            <pc:sldMk cId="683690022" sldId="257"/>
            <ac:spMk id="17" creationId="{33402124-7FF7-E68F-39B5-358606B9673D}"/>
          </ac:spMkLst>
        </pc:spChg>
        <pc:spChg chg="add mod">
          <ac:chgData name="Yurik A" userId="176680626489c049" providerId="LiveId" clId="{97FCBB00-50F2-4192-A116-FD3012E6BBC1}" dt="2025-11-22T15:21:52.853" v="5067" actId="207"/>
          <ac:spMkLst>
            <pc:docMk/>
            <pc:sldMk cId="683690022" sldId="257"/>
            <ac:spMk id="18" creationId="{D6E27AA1-70CF-343E-FAC6-E6044CEAAB74}"/>
          </ac:spMkLst>
        </pc:spChg>
        <pc:spChg chg="add mod">
          <ac:chgData name="Yurik A" userId="176680626489c049" providerId="LiveId" clId="{97FCBB00-50F2-4192-A116-FD3012E6BBC1}" dt="2025-11-22T15:20:15.132" v="5046" actId="1076"/>
          <ac:spMkLst>
            <pc:docMk/>
            <pc:sldMk cId="683690022" sldId="257"/>
            <ac:spMk id="19" creationId="{DCFC2FAB-56A0-D1A2-F959-46ADAF6D79F2}"/>
          </ac:spMkLst>
        </pc:spChg>
        <pc:spChg chg="add mod">
          <ac:chgData name="Yurik A" userId="176680626489c049" providerId="LiveId" clId="{97FCBB00-50F2-4192-A116-FD3012E6BBC1}" dt="2025-11-22T15:20:20.642" v="5049" actId="1076"/>
          <ac:spMkLst>
            <pc:docMk/>
            <pc:sldMk cId="683690022" sldId="257"/>
            <ac:spMk id="20" creationId="{318672FF-4B53-7E02-6603-759DFB67BBAA}"/>
          </ac:spMkLst>
        </pc:spChg>
        <pc:spChg chg="add del mod ord">
          <ac:chgData name="Yurik A" userId="176680626489c049" providerId="LiveId" clId="{97FCBB00-50F2-4192-A116-FD3012E6BBC1}" dt="2025-11-22T15:19:07.133" v="5027" actId="166"/>
          <ac:spMkLst>
            <pc:docMk/>
            <pc:sldMk cId="683690022" sldId="257"/>
            <ac:spMk id="21" creationId="{E3150CF0-47AC-2CBD-D972-70B15EF7D7B4}"/>
          </ac:spMkLst>
        </pc:spChg>
        <pc:spChg chg="add mod">
          <ac:chgData name="Yurik A" userId="176680626489c049" providerId="LiveId" clId="{97FCBB00-50F2-4192-A116-FD3012E6BBC1}" dt="2025-11-22T13:33:07.347" v="3570" actId="571"/>
          <ac:spMkLst>
            <pc:docMk/>
            <pc:sldMk cId="683690022" sldId="257"/>
            <ac:spMk id="22" creationId="{0AF89419-9C03-2D65-7700-EFFE6756E352}"/>
          </ac:spMkLst>
        </pc:spChg>
        <pc:spChg chg="add mod">
          <ac:chgData name="Yurik A" userId="176680626489c049" providerId="LiveId" clId="{97FCBB00-50F2-4192-A116-FD3012E6BBC1}" dt="2025-11-22T13:33:07.347" v="3570" actId="571"/>
          <ac:spMkLst>
            <pc:docMk/>
            <pc:sldMk cId="683690022" sldId="257"/>
            <ac:spMk id="23" creationId="{68C7CD00-A6CA-2021-8E4A-669462A1158F}"/>
          </ac:spMkLst>
        </pc:spChg>
        <pc:spChg chg="add mod">
          <ac:chgData name="Yurik A" userId="176680626489c049" providerId="LiveId" clId="{97FCBB00-50F2-4192-A116-FD3012E6BBC1}" dt="2025-11-22T13:33:07.347" v="3570" actId="571"/>
          <ac:spMkLst>
            <pc:docMk/>
            <pc:sldMk cId="683690022" sldId="257"/>
            <ac:spMk id="24" creationId="{5A4DB8E0-410B-053F-D627-A9E164530FED}"/>
          </ac:spMkLst>
        </pc:spChg>
        <pc:spChg chg="add mod">
          <ac:chgData name="Yurik A" userId="176680626489c049" providerId="LiveId" clId="{97FCBB00-50F2-4192-A116-FD3012E6BBC1}" dt="2025-11-22T13:33:07.347" v="3570" actId="571"/>
          <ac:spMkLst>
            <pc:docMk/>
            <pc:sldMk cId="683690022" sldId="257"/>
            <ac:spMk id="25" creationId="{D2F460AF-085C-1FA7-33A7-DDEAC08C1263}"/>
          </ac:spMkLst>
        </pc:spChg>
        <pc:picChg chg="add del mod">
          <ac:chgData name="Yurik A" userId="176680626489c049" providerId="LiveId" clId="{97FCBB00-50F2-4192-A116-FD3012E6BBC1}" dt="2025-11-22T15:17:27.943" v="4996" actId="478"/>
          <ac:picMkLst>
            <pc:docMk/>
            <pc:sldMk cId="683690022" sldId="257"/>
            <ac:picMk id="3" creationId="{A887A838-2333-D768-97BF-002C6393CE2E}"/>
          </ac:picMkLst>
        </pc:picChg>
        <pc:picChg chg="add del mod">
          <ac:chgData name="Yurik A" userId="176680626489c049" providerId="LiveId" clId="{97FCBB00-50F2-4192-A116-FD3012E6BBC1}" dt="2025-11-22T12:56:11.689" v="2028" actId="478"/>
          <ac:picMkLst>
            <pc:docMk/>
            <pc:sldMk cId="683690022" sldId="257"/>
            <ac:picMk id="3" creationId="{C77A61D1-08B0-2D86-4BD8-20B69C1B42F9}"/>
          </ac:picMkLst>
        </pc:picChg>
        <pc:picChg chg="del mod ord">
          <ac:chgData name="Yurik A" userId="176680626489c049" providerId="LiveId" clId="{97FCBB00-50F2-4192-A116-FD3012E6BBC1}" dt="2025-11-22T15:19:29.014" v="5036" actId="478"/>
          <ac:picMkLst>
            <pc:docMk/>
            <pc:sldMk cId="683690022" sldId="257"/>
            <ac:picMk id="5" creationId="{73763E0F-32DE-AAAD-0874-D514F08272B8}"/>
          </ac:picMkLst>
        </pc:picChg>
        <pc:picChg chg="add mod ord">
          <ac:chgData name="Yurik A" userId="176680626489c049" providerId="LiveId" clId="{97FCBB00-50F2-4192-A116-FD3012E6BBC1}" dt="2025-11-22T15:19:08.294" v="5030" actId="166"/>
          <ac:picMkLst>
            <pc:docMk/>
            <pc:sldMk cId="683690022" sldId="257"/>
            <ac:picMk id="22" creationId="{DC8495EB-BCD6-A1D7-F5CF-97F1923546C0}"/>
          </ac:picMkLst>
        </pc:picChg>
      </pc:sldChg>
      <pc:sldChg chg="addSp modSp add mod ord modTransition">
        <pc:chgData name="Yurik A" userId="176680626489c049" providerId="LiveId" clId="{97FCBB00-50F2-4192-A116-FD3012E6BBC1}" dt="2025-11-22T15:25:49.303" v="5197" actId="20577"/>
        <pc:sldMkLst>
          <pc:docMk/>
          <pc:sldMk cId="3574359767" sldId="258"/>
        </pc:sldMkLst>
        <pc:spChg chg="mod">
          <ac:chgData name="Yurik A" userId="176680626489c049" providerId="LiveId" clId="{97FCBB00-50F2-4192-A116-FD3012E6BBC1}" dt="2025-11-22T15:24:46.430" v="5191" actId="207"/>
          <ac:spMkLst>
            <pc:docMk/>
            <pc:sldMk cId="3574359767" sldId="258"/>
            <ac:spMk id="6" creationId="{2B25DECA-8CC8-00D6-235F-7EF838066730}"/>
          </ac:spMkLst>
        </pc:spChg>
        <pc:spChg chg="mod">
          <ac:chgData name="Yurik A" userId="176680626489c049" providerId="LiveId" clId="{97FCBB00-50F2-4192-A116-FD3012E6BBC1}" dt="2025-11-22T15:25:49.303" v="5197" actId="20577"/>
          <ac:spMkLst>
            <pc:docMk/>
            <pc:sldMk cId="3574359767" sldId="258"/>
            <ac:spMk id="8" creationId="{E6F98F50-C890-4CF2-D691-2859700B5861}"/>
          </ac:spMkLst>
        </pc:spChg>
        <pc:picChg chg="add mod">
          <ac:chgData name="Yurik A" userId="176680626489c049" providerId="LiveId" clId="{97FCBB00-50F2-4192-A116-FD3012E6BBC1}" dt="2025-11-22T15:25:02.913" v="5196" actId="1076"/>
          <ac:picMkLst>
            <pc:docMk/>
            <pc:sldMk cId="3574359767" sldId="258"/>
            <ac:picMk id="2" creationId="{B28411A6-5261-E408-34E2-7E11EEA0289B}"/>
          </ac:picMkLst>
        </pc:picChg>
        <pc:picChg chg="mod">
          <ac:chgData name="Yurik A" userId="176680626489c049" providerId="LiveId" clId="{97FCBB00-50F2-4192-A116-FD3012E6BBC1}" dt="2025-11-22T15:24:24.846" v="5137" actId="1076"/>
          <ac:picMkLst>
            <pc:docMk/>
            <pc:sldMk cId="3574359767" sldId="258"/>
            <ac:picMk id="5" creationId="{55681E36-BE38-17E8-F86C-47AC95C95EF7}"/>
          </ac:picMkLst>
        </pc:picChg>
      </pc:sldChg>
      <pc:sldChg chg="addSp modSp add mod ord modTransition">
        <pc:chgData name="Yurik A" userId="176680626489c049" providerId="LiveId" clId="{97FCBB00-50F2-4192-A116-FD3012E6BBC1}" dt="2025-11-22T15:16:33.412" v="4986" actId="14100"/>
        <pc:sldMkLst>
          <pc:docMk/>
          <pc:sldMk cId="2634703029" sldId="259"/>
        </pc:sldMkLst>
        <pc:spChg chg="mod">
          <ac:chgData name="Yurik A" userId="176680626489c049" providerId="LiveId" clId="{97FCBB00-50F2-4192-A116-FD3012E6BBC1}" dt="2025-11-22T13:24:15.360" v="2988" actId="207"/>
          <ac:spMkLst>
            <pc:docMk/>
            <pc:sldMk cId="2634703029" sldId="259"/>
            <ac:spMk id="6" creationId="{73BE35D4-F365-63BC-B2E0-FB0990292C42}"/>
          </ac:spMkLst>
        </pc:spChg>
        <pc:spChg chg="mod">
          <ac:chgData name="Yurik A" userId="176680626489c049" providerId="LiveId" clId="{97FCBB00-50F2-4192-A116-FD3012E6BBC1}" dt="2025-11-22T15:16:19.224" v="4980" actId="1076"/>
          <ac:spMkLst>
            <pc:docMk/>
            <pc:sldMk cId="2634703029" sldId="259"/>
            <ac:spMk id="8" creationId="{44CF4270-2DB0-275C-3AD6-F3788A010A26}"/>
          </ac:spMkLst>
        </pc:spChg>
        <pc:picChg chg="add mod">
          <ac:chgData name="Yurik A" userId="176680626489c049" providerId="LiveId" clId="{97FCBB00-50F2-4192-A116-FD3012E6BBC1}" dt="2025-11-22T15:16:33.412" v="4986" actId="14100"/>
          <ac:picMkLst>
            <pc:docMk/>
            <pc:sldMk cId="2634703029" sldId="259"/>
            <ac:picMk id="3" creationId="{8797987B-EBBF-FD38-10A0-FF630CB4D45D}"/>
          </ac:picMkLst>
        </pc:picChg>
        <pc:picChg chg="mod">
          <ac:chgData name="Yurik A" userId="176680626489c049" providerId="LiveId" clId="{97FCBB00-50F2-4192-A116-FD3012E6BBC1}" dt="2025-11-22T13:23:45.956" v="2956" actId="1076"/>
          <ac:picMkLst>
            <pc:docMk/>
            <pc:sldMk cId="2634703029" sldId="259"/>
            <ac:picMk id="5" creationId="{9669AB81-F610-62F2-ADFF-BC4EA0F05847}"/>
          </ac:picMkLst>
        </pc:picChg>
      </pc:sldChg>
      <pc:sldChg chg="modSp add mod ord modTransition">
        <pc:chgData name="Yurik A" userId="176680626489c049" providerId="LiveId" clId="{97FCBB00-50F2-4192-A116-FD3012E6BBC1}" dt="2025-11-22T13:56:38.675" v="4833"/>
        <pc:sldMkLst>
          <pc:docMk/>
          <pc:sldMk cId="178113055" sldId="260"/>
        </pc:sldMkLst>
        <pc:spChg chg="mod">
          <ac:chgData name="Yurik A" userId="176680626489c049" providerId="LiveId" clId="{97FCBB00-50F2-4192-A116-FD3012E6BBC1}" dt="2025-11-22T13:39:52.635" v="3854" actId="207"/>
          <ac:spMkLst>
            <pc:docMk/>
            <pc:sldMk cId="178113055" sldId="260"/>
            <ac:spMk id="6" creationId="{3FFC212F-D202-8B03-713A-3C778D7EFB77}"/>
          </ac:spMkLst>
        </pc:spChg>
        <pc:spChg chg="mod">
          <ac:chgData name="Yurik A" userId="176680626489c049" providerId="LiveId" clId="{97FCBB00-50F2-4192-A116-FD3012E6BBC1}" dt="2025-11-22T13:39:59.923" v="3856" actId="1076"/>
          <ac:spMkLst>
            <pc:docMk/>
            <pc:sldMk cId="178113055" sldId="260"/>
            <ac:spMk id="8" creationId="{3FDC6072-55EF-A094-7A66-4BA35243800B}"/>
          </ac:spMkLst>
        </pc:spChg>
        <pc:picChg chg="mod">
          <ac:chgData name="Yurik A" userId="176680626489c049" providerId="LiveId" clId="{97FCBB00-50F2-4192-A116-FD3012E6BBC1}" dt="2025-11-22T13:38:37.201" v="3719" actId="14100"/>
          <ac:picMkLst>
            <pc:docMk/>
            <pc:sldMk cId="178113055" sldId="260"/>
            <ac:picMk id="5" creationId="{597C59C4-60F1-03EE-D567-343284B5F2F0}"/>
          </ac:picMkLst>
        </pc:picChg>
      </pc:sldChg>
      <pc:sldChg chg="new del">
        <pc:chgData name="Yurik A" userId="176680626489c049" providerId="LiveId" clId="{97FCBB00-50F2-4192-A116-FD3012E6BBC1}" dt="2025-11-22T13:41:06.768" v="3858" actId="680"/>
        <pc:sldMkLst>
          <pc:docMk/>
          <pc:sldMk cId="1930215772" sldId="261"/>
        </pc:sldMkLst>
      </pc:sldChg>
      <pc:sldChg chg="modSp add mod ord modTransition">
        <pc:chgData name="Yurik A" userId="176680626489c049" providerId="LiveId" clId="{97FCBB00-50F2-4192-A116-FD3012E6BBC1}" dt="2025-11-22T13:57:21.788" v="4836" actId="1076"/>
        <pc:sldMkLst>
          <pc:docMk/>
          <pc:sldMk cId="2113760187" sldId="261"/>
        </pc:sldMkLst>
        <pc:spChg chg="mod">
          <ac:chgData name="Yurik A" userId="176680626489c049" providerId="LiveId" clId="{97FCBB00-50F2-4192-A116-FD3012E6BBC1}" dt="2025-11-22T13:42:19.382" v="3865" actId="1076"/>
          <ac:spMkLst>
            <pc:docMk/>
            <pc:sldMk cId="2113760187" sldId="261"/>
            <ac:spMk id="6" creationId="{6CF38EEF-BE87-E0DB-60B5-4082661CA037}"/>
          </ac:spMkLst>
        </pc:spChg>
        <pc:spChg chg="mod">
          <ac:chgData name="Yurik A" userId="176680626489c049" providerId="LiveId" clId="{97FCBB00-50F2-4192-A116-FD3012E6BBC1}" dt="2025-11-22T13:57:21.788" v="4836" actId="1076"/>
          <ac:spMkLst>
            <pc:docMk/>
            <pc:sldMk cId="2113760187" sldId="261"/>
            <ac:spMk id="8" creationId="{0BDCCD07-C336-769D-3C1D-CFB4EE3C727B}"/>
          </ac:spMkLst>
        </pc:spChg>
        <pc:picChg chg="mod">
          <ac:chgData name="Yurik A" userId="176680626489c049" providerId="LiveId" clId="{97FCBB00-50F2-4192-A116-FD3012E6BBC1}" dt="2025-11-22T13:42:15.250" v="3864" actId="1076"/>
          <ac:picMkLst>
            <pc:docMk/>
            <pc:sldMk cId="2113760187" sldId="261"/>
            <ac:picMk id="5" creationId="{764B133C-5FA2-EE16-8965-0CE04530502B}"/>
          </ac:picMkLst>
        </pc:picChg>
      </pc:sldChg>
      <pc:sldChg chg="modSp add mod modTransition">
        <pc:chgData name="Yurik A" userId="176680626489c049" providerId="LiveId" clId="{97FCBB00-50F2-4192-A116-FD3012E6BBC1}" dt="2025-11-22T13:56:38.675" v="4833"/>
        <pc:sldMkLst>
          <pc:docMk/>
          <pc:sldMk cId="3049177323" sldId="262"/>
        </pc:sldMkLst>
        <pc:spChg chg="mod">
          <ac:chgData name="Yurik A" userId="176680626489c049" providerId="LiveId" clId="{97FCBB00-50F2-4192-A116-FD3012E6BBC1}" dt="2025-11-22T13:45:31.690" v="4081" actId="1076"/>
          <ac:spMkLst>
            <pc:docMk/>
            <pc:sldMk cId="3049177323" sldId="262"/>
            <ac:spMk id="6" creationId="{18252D21-E53C-E7D2-CE63-BD3A8FFC4A99}"/>
          </ac:spMkLst>
        </pc:spChg>
        <pc:spChg chg="mod">
          <ac:chgData name="Yurik A" userId="176680626489c049" providerId="LiveId" clId="{97FCBB00-50F2-4192-A116-FD3012E6BBC1}" dt="2025-11-22T13:49:55.603" v="4401" actId="20577"/>
          <ac:spMkLst>
            <pc:docMk/>
            <pc:sldMk cId="3049177323" sldId="262"/>
            <ac:spMk id="8" creationId="{3D10322B-F60B-CE8C-421F-E7C60CF7C3C4}"/>
          </ac:spMkLst>
        </pc:spChg>
        <pc:picChg chg="mod">
          <ac:chgData name="Yurik A" userId="176680626489c049" providerId="LiveId" clId="{97FCBB00-50F2-4192-A116-FD3012E6BBC1}" dt="2025-11-22T13:45:28.622" v="4080" actId="14100"/>
          <ac:picMkLst>
            <pc:docMk/>
            <pc:sldMk cId="3049177323" sldId="262"/>
            <ac:picMk id="5" creationId="{D0B0CD6F-B712-8BCE-08A2-94BF6BAEC6E2}"/>
          </ac:picMkLst>
        </pc:picChg>
      </pc:sldChg>
      <pc:sldChg chg="new del">
        <pc:chgData name="Yurik A" userId="176680626489c049" providerId="LiveId" clId="{97FCBB00-50F2-4192-A116-FD3012E6BBC1}" dt="2025-11-22T13:50:16.640" v="4403" actId="47"/>
        <pc:sldMkLst>
          <pc:docMk/>
          <pc:sldMk cId="3138226290" sldId="263"/>
        </pc:sldMkLst>
      </pc:sldChg>
      <pc:sldChg chg="modSp add mod ord modTransition">
        <pc:chgData name="Yurik A" userId="176680626489c049" providerId="LiveId" clId="{97FCBB00-50F2-4192-A116-FD3012E6BBC1}" dt="2025-11-22T13:56:38.675" v="4833"/>
        <pc:sldMkLst>
          <pc:docMk/>
          <pc:sldMk cId="3526062568" sldId="263"/>
        </pc:sldMkLst>
        <pc:spChg chg="mod">
          <ac:chgData name="Yurik A" userId="176680626489c049" providerId="LiveId" clId="{97FCBB00-50F2-4192-A116-FD3012E6BBC1}" dt="2025-11-22T13:51:12.277" v="4620" actId="207"/>
          <ac:spMkLst>
            <pc:docMk/>
            <pc:sldMk cId="3526062568" sldId="263"/>
            <ac:spMk id="6" creationId="{C83016B5-A755-9E37-9538-C6FB2CBA0441}"/>
          </ac:spMkLst>
        </pc:spChg>
        <pc:spChg chg="mod">
          <ac:chgData name="Yurik A" userId="176680626489c049" providerId="LiveId" clId="{97FCBB00-50F2-4192-A116-FD3012E6BBC1}" dt="2025-11-22T13:51:31.142" v="4650" actId="1076"/>
          <ac:spMkLst>
            <pc:docMk/>
            <pc:sldMk cId="3526062568" sldId="263"/>
            <ac:spMk id="8" creationId="{36753F20-A79C-717F-9D6F-90F6C7393657}"/>
          </ac:spMkLst>
        </pc:spChg>
        <pc:picChg chg="mod">
          <ac:chgData name="Yurik A" userId="176680626489c049" providerId="LiveId" clId="{97FCBB00-50F2-4192-A116-FD3012E6BBC1}" dt="2025-11-22T13:51:03.407" v="4545" actId="14100"/>
          <ac:picMkLst>
            <pc:docMk/>
            <pc:sldMk cId="3526062568" sldId="263"/>
            <ac:picMk id="5" creationId="{D5DE1BE9-F6FD-3994-F111-FD2B223C5267}"/>
          </ac:picMkLst>
        </pc:picChg>
      </pc:sldChg>
      <pc:sldChg chg="addSp modSp add mod modTransition">
        <pc:chgData name="Yurik A" userId="176680626489c049" providerId="LiveId" clId="{97FCBB00-50F2-4192-A116-FD3012E6BBC1}" dt="2025-11-22T15:07:36.555" v="4962" actId="1076"/>
        <pc:sldMkLst>
          <pc:docMk/>
          <pc:sldMk cId="471515117" sldId="264"/>
        </pc:sldMkLst>
        <pc:spChg chg="mod">
          <ac:chgData name="Yurik A" userId="176680626489c049" providerId="LiveId" clId="{97FCBB00-50F2-4192-A116-FD3012E6BBC1}" dt="2025-11-22T15:07:24.855" v="4960" actId="14100"/>
          <ac:spMkLst>
            <pc:docMk/>
            <pc:sldMk cId="471515117" sldId="264"/>
            <ac:spMk id="8" creationId="{5FA71F4F-10D6-B44C-E8B4-142B3A070DA9}"/>
          </ac:spMkLst>
        </pc:spChg>
        <pc:picChg chg="add mod">
          <ac:chgData name="Yurik A" userId="176680626489c049" providerId="LiveId" clId="{97FCBB00-50F2-4192-A116-FD3012E6BBC1}" dt="2025-11-22T15:07:36.555" v="4962" actId="1076"/>
          <ac:picMkLst>
            <pc:docMk/>
            <pc:sldMk cId="471515117" sldId="264"/>
            <ac:picMk id="3" creationId="{E791E2A7-76FD-98B9-9456-7B6D598C801F}"/>
          </ac:picMkLst>
        </pc:picChg>
      </pc:sldChg>
      <pc:sldChg chg="add del ord">
        <pc:chgData name="Yurik A" userId="176680626489c049" providerId="LiveId" clId="{97FCBB00-50F2-4192-A116-FD3012E6BBC1}" dt="2025-11-22T13:52:03.363" v="4655" actId="47"/>
        <pc:sldMkLst>
          <pc:docMk/>
          <pc:sldMk cId="362032857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32049-F28A-4780-ABFF-916BBBD64144}" type="datetimeFigureOut">
              <a:rPr lang="ru-UA" smtClean="0"/>
              <a:t>23.11.2025</a:t>
            </a:fld>
            <a:endParaRPr lang="ru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3B76A9-E6E4-4630-8874-C9D0F4B18B07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903055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A95E82-6E46-9DA7-48D9-ACBE02930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9F65FC-5759-F9B8-FDFA-67BD29659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66A096-23E3-7991-85FB-A274981C4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578B-AEFD-4CF0-8608-9BDE080040B2}" type="datetimeFigureOut">
              <a:rPr lang="ru-UA" smtClean="0"/>
              <a:t>23.11.2025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1641DC-55EA-C205-3481-5A126B6B5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B13E14-C3EA-FE39-6DA3-0026110B2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2E07C-6C1E-45CE-B303-138D34C87E11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389801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00CE6C-0D79-04D7-C871-7F1EF4D3D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1250A3-387E-FB3A-223F-5055AC5E7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11AC07-F2F5-F463-B599-8191BC505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578B-AEFD-4CF0-8608-9BDE080040B2}" type="datetimeFigureOut">
              <a:rPr lang="ru-UA" smtClean="0"/>
              <a:t>23.11.2025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2ED222-B1C6-0C9A-0E58-B3634219B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959EA4-FEAC-57D1-0388-D7E601F94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2E07C-6C1E-45CE-B303-138D34C87E11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823682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BC6557-B982-3B18-AFE8-F8E1BA7FF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87EE8D-4087-2C1D-23B1-48FBFB97F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03A248-BB6F-8DEE-E9AD-0E5947320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578B-AEFD-4CF0-8608-9BDE080040B2}" type="datetimeFigureOut">
              <a:rPr lang="ru-UA" smtClean="0"/>
              <a:t>23.11.2025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6A7F04-5313-C07F-5B5F-AF7DAD4DC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CB6A93-7919-1594-BBBE-AEB55242A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2E07C-6C1E-45CE-B303-138D34C87E11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587857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D66407-2FA1-DBDC-9D32-72AEFE603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EE3509-A867-C8D3-CB72-3FB51BA6FA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A87E038-1970-F55F-65B4-A0EDDBAC3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0449D6B-4FF3-4C8E-85D3-755A8D591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578B-AEFD-4CF0-8608-9BDE080040B2}" type="datetimeFigureOut">
              <a:rPr lang="ru-UA" smtClean="0"/>
              <a:t>23.11.2025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43431BB-7575-6D61-30B6-7038AB5BC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AA6069-E98D-6A0C-366C-3E360FF8D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2E07C-6C1E-45CE-B303-138D34C87E11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969524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9FF947-022F-D023-755F-C9A7338B8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A85E4C-F032-081F-9E71-ADA83270B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757ED87-592F-F992-D265-A0F2048CA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620D2F1-DFFD-92C1-EAF1-A93659053C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35DA12A-BA0E-3C44-A576-34F2C0C154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49F2FF4-B6AD-8379-2216-7F8659FF9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578B-AEFD-4CF0-8608-9BDE080040B2}" type="datetimeFigureOut">
              <a:rPr lang="ru-UA" smtClean="0"/>
              <a:t>23.11.2025</a:t>
            </a:fld>
            <a:endParaRPr lang="ru-UA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B93174-FF9D-2F90-CE07-2EC57A720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21658D-49A1-C673-788B-B1D2B1FAF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2E07C-6C1E-45CE-B303-138D34C87E11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76229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9FF47-4CC7-C31C-600A-400381AA0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DC62478-A289-1BD6-7344-A0620C575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578B-AEFD-4CF0-8608-9BDE080040B2}" type="datetimeFigureOut">
              <a:rPr lang="ru-UA" smtClean="0"/>
              <a:t>23.11.2025</a:t>
            </a:fld>
            <a:endParaRPr lang="ru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2E3DEDD-3991-63C3-A22B-BA2F1EDFD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59C8867-D514-8811-46AA-184F4C4D3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2E07C-6C1E-45CE-B303-138D34C87E11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117617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4B4B2DE-0208-0DB6-E333-E4A3959F6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578B-AEFD-4CF0-8608-9BDE080040B2}" type="datetimeFigureOut">
              <a:rPr lang="ru-UA" smtClean="0"/>
              <a:t>23.11.2025</a:t>
            </a:fld>
            <a:endParaRPr lang="ru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88022BF-7588-19B0-FDF7-456B44CAA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219CAC-11F2-28D7-F18E-78984DAAB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2E07C-6C1E-45CE-B303-138D34C87E11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738160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A5C0A6-1DC7-7EDE-0A15-180F6A7DF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EDCF22-30B9-A9EA-071D-B0119B759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FD6FA74-1377-B78E-9585-BE7CE2050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1AB0FC-EA20-59B6-B58D-425360734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578B-AEFD-4CF0-8608-9BDE080040B2}" type="datetimeFigureOut">
              <a:rPr lang="ru-UA" smtClean="0"/>
              <a:t>23.11.2025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5D5AE3-1BE4-06BC-AED8-34604CDBE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05E7321-AACD-E803-3E5C-91950DAD3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2E07C-6C1E-45CE-B303-138D34C87E11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210203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406142-4505-776A-F807-4A21D80B3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454A4EC-97ED-0510-63C7-8E0A57B20A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959772C-5905-311F-B54A-A88A6B616E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26AAD1-A34F-DA1F-385C-2F34CEFF0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578B-AEFD-4CF0-8608-9BDE080040B2}" type="datetimeFigureOut">
              <a:rPr lang="ru-UA" smtClean="0"/>
              <a:t>23.11.2025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6000BAC-64C5-DFAF-72C1-9AE6DC21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F72AD7A-2A13-5F68-98C0-27349B42A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2E07C-6C1E-45CE-B303-138D34C87E11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724976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9671D2-F610-B33F-6582-47ABDE45D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0B585B0-4D73-4F58-ED67-7A3D60DE5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D69672-214B-FB39-4664-B4DF2BF9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578B-AEFD-4CF0-8608-9BDE080040B2}" type="datetimeFigureOut">
              <a:rPr lang="ru-UA" smtClean="0"/>
              <a:t>23.11.2025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44A45B-88EA-BCBC-E81E-94CB954AF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993FD8-CCD1-AB16-4AD8-546ACA08E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2E07C-6C1E-45CE-B303-138D34C87E11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592901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8A05BF4-DA2A-B23D-E54C-17275EDAAE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6875D05-1D21-0533-EA91-F106EF9FD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7C3F2D-FCF4-5E8A-E0D3-7AF29AD8D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578B-AEFD-4CF0-8608-9BDE080040B2}" type="datetimeFigureOut">
              <a:rPr lang="ru-UA" smtClean="0"/>
              <a:t>23.11.2025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114029-DF6A-C813-A8F3-727ABBB86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F6EC15-B9D5-359B-749C-A6592B914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2E07C-6C1E-45CE-B303-138D34C87E11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903036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E8AA8F-F4EA-13E8-8E21-ED301CF7B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1F85F0-E6A0-EDBB-8FFA-4558ECA6B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28C0E2-1A29-9EA8-5779-89F4870A23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66578B-AEFD-4CF0-8608-9BDE080040B2}" type="datetimeFigureOut">
              <a:rPr lang="ru-UA" smtClean="0"/>
              <a:t>23.11.2025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D95024-2608-333E-041C-51DF956E47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8574AA-3598-0B11-639C-F8E446ED9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2E07C-6C1E-45CE-B303-138D34C87E11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55768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C8F190-5658-D569-B16A-7CEA0F8BD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264514"/>
            <a:ext cx="12192000" cy="854456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E9FBD61-F710-430C-4071-75D0D0407E41}"/>
              </a:ext>
            </a:extLst>
          </p:cNvPr>
          <p:cNvSpPr/>
          <p:nvPr/>
        </p:nvSpPr>
        <p:spPr>
          <a:xfrm>
            <a:off x="0" y="0"/>
            <a:ext cx="12192000" cy="6861950"/>
          </a:xfrm>
          <a:prstGeom prst="rect">
            <a:avLst/>
          </a:prstGeom>
          <a:gradFill flip="none" rotWithShape="1">
            <a:gsLst>
              <a:gs pos="34000">
                <a:srgbClr val="000000">
                  <a:alpha val="0"/>
                </a:srgbClr>
              </a:gs>
              <a:gs pos="81000">
                <a:schemeClr val="tx1"/>
              </a:gs>
            </a:gsLst>
            <a:lin ang="5400000" scaled="0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AC8E98-399B-D3AB-9C46-0B636BEAAF79}"/>
              </a:ext>
            </a:extLst>
          </p:cNvPr>
          <p:cNvSpPr txBox="1"/>
          <p:nvPr/>
        </p:nvSpPr>
        <p:spPr>
          <a:xfrm>
            <a:off x="1691833" y="2623047"/>
            <a:ext cx="880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ЗАСЕЛЕНИЕ ПРИАЙДАРЬЯ</a:t>
            </a:r>
            <a:endParaRPr lang="ru-UA" sz="4800" dirty="0">
              <a:solidFill>
                <a:schemeClr val="bg1"/>
              </a:solidFill>
              <a:latin typeface="Century Gothic" panose="020B0502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5E392B-B026-1589-BCF7-C80698A3177B}"/>
              </a:ext>
            </a:extLst>
          </p:cNvPr>
          <p:cNvSpPr txBox="1"/>
          <p:nvPr/>
        </p:nvSpPr>
        <p:spPr>
          <a:xfrm>
            <a:off x="3456971" y="2241865"/>
            <a:ext cx="5278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Презентация на тему:</a:t>
            </a:r>
            <a:endParaRPr lang="ru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76A1F9-67F1-968B-3633-DA5FDF00822E}"/>
              </a:ext>
            </a:extLst>
          </p:cNvPr>
          <p:cNvSpPr txBox="1"/>
          <p:nvPr/>
        </p:nvSpPr>
        <p:spPr>
          <a:xfrm>
            <a:off x="335665" y="5590034"/>
            <a:ext cx="5760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Выполнил студент группы </a:t>
            </a:r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23_СФ_ПО_РПОС-3а:</a:t>
            </a:r>
          </a:p>
          <a:p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Андрюшин Юрий Иванович</a:t>
            </a:r>
            <a:endParaRPr lang="ru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487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2C99F-2CBC-3A6B-020D-809A6BAE6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B3552B-BB70-B048-8554-C26424DB40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-395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3B9FE87-B72F-280C-3215-77F304478AF2}"/>
              </a:ext>
            </a:extLst>
          </p:cNvPr>
          <p:cNvSpPr/>
          <p:nvPr/>
        </p:nvSpPr>
        <p:spPr>
          <a:xfrm>
            <a:off x="0" y="-3950"/>
            <a:ext cx="12192000" cy="6861950"/>
          </a:xfrm>
          <a:prstGeom prst="rect">
            <a:avLst/>
          </a:prstGeom>
          <a:gradFill flip="none" rotWithShape="1">
            <a:gsLst>
              <a:gs pos="34000">
                <a:srgbClr val="000000">
                  <a:alpha val="0"/>
                </a:srgbClr>
              </a:gs>
              <a:gs pos="81000">
                <a:schemeClr val="tx1"/>
              </a:gs>
            </a:gsLst>
            <a:lin ang="5400000" scaled="0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ru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A71F4F-10D6-B44C-E8B4-142B3A070DA9}"/>
              </a:ext>
            </a:extLst>
          </p:cNvPr>
          <p:cNvSpPr txBox="1"/>
          <p:nvPr/>
        </p:nvSpPr>
        <p:spPr>
          <a:xfrm>
            <a:off x="355600" y="4870867"/>
            <a:ext cx="93167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7675"/>
            <a:r>
              <a:rPr lang="ru-RU" sz="2000" dirty="0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В 1558 году на среднем Айдаре русские войска во гласе с воеводой </a:t>
            </a:r>
            <a:r>
              <a:rPr lang="ru-RU" sz="2000" dirty="0" err="1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Булкаковым</a:t>
            </a:r>
            <a:r>
              <a:rPr lang="ru-RU" sz="2000" dirty="0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 разбивают татар, которые шли на Москву.</a:t>
            </a:r>
          </a:p>
          <a:p>
            <a:pPr indent="447675"/>
            <a:r>
              <a:rPr lang="ru-RU" sz="2000" dirty="0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Через год, князь Вишневецкий, будущий основатель Запорожской Сечи, также на Айдаре, разбивает крымцев, шедших на Казань.</a:t>
            </a:r>
            <a:endParaRPr lang="ru-UA" sz="2400" dirty="0">
              <a:solidFill>
                <a:schemeClr val="bg1"/>
              </a:solidFill>
              <a:latin typeface="Century Gothic" panose="020B0502020202020204" pitchFamily="34" charset="0"/>
              <a:cs typeface="Courier New" panose="02070309020205020404" pitchFamily="49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791E2A7-76FD-98B9-9456-7B6D598C80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678" y="3683396"/>
            <a:ext cx="2136722" cy="26125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1515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D8253-5691-7A06-603D-794B19836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C8495EB-BCD6-A1D7-F5CF-97F192354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097" y="0"/>
            <a:ext cx="7989903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4DDC24C-28C4-0D62-37C2-E9668F368062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68000">
                <a:schemeClr val="tx1"/>
              </a:gs>
            </a:gsLst>
            <a:lin ang="10800000" scaled="0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dirty="0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9FFC326B-22ED-83F9-6C53-94964881356A}"/>
              </a:ext>
            </a:extLst>
          </p:cNvPr>
          <p:cNvSpPr/>
          <p:nvPr/>
        </p:nvSpPr>
        <p:spPr>
          <a:xfrm>
            <a:off x="7716352" y="2552202"/>
            <a:ext cx="181126" cy="168573"/>
          </a:xfrm>
          <a:prstGeom prst="ellipse">
            <a:avLst/>
          </a:prstGeom>
          <a:solidFill>
            <a:schemeClr val="accent2">
              <a:lumMod val="75000"/>
              <a:alpha val="70000"/>
            </a:schemeClr>
          </a:solidFill>
          <a:ln w="31750" cap="sq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AC09E65-BE8B-9EDD-68EE-DCB89B8A11E4}"/>
              </a:ext>
            </a:extLst>
          </p:cNvPr>
          <p:cNvSpPr/>
          <p:nvPr/>
        </p:nvSpPr>
        <p:spPr>
          <a:xfrm>
            <a:off x="8818740" y="2129638"/>
            <a:ext cx="181126" cy="168573"/>
          </a:xfrm>
          <a:prstGeom prst="ellipse">
            <a:avLst/>
          </a:prstGeom>
          <a:solidFill>
            <a:schemeClr val="accent2">
              <a:lumMod val="75000"/>
              <a:alpha val="70000"/>
            </a:schemeClr>
          </a:solidFill>
          <a:ln w="31750" cap="sq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E56EA983-3E09-4D45-CCCF-0237A790A699}"/>
              </a:ext>
            </a:extLst>
          </p:cNvPr>
          <p:cNvSpPr/>
          <p:nvPr/>
        </p:nvSpPr>
        <p:spPr>
          <a:xfrm>
            <a:off x="9453928" y="3748191"/>
            <a:ext cx="181126" cy="168573"/>
          </a:xfrm>
          <a:prstGeom prst="ellipse">
            <a:avLst/>
          </a:prstGeom>
          <a:solidFill>
            <a:schemeClr val="accent2">
              <a:lumMod val="75000"/>
              <a:alpha val="70000"/>
            </a:schemeClr>
          </a:solidFill>
          <a:ln w="31750" cap="sq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37D62067-C382-10EE-274D-2362B49D2ECC}"/>
              </a:ext>
            </a:extLst>
          </p:cNvPr>
          <p:cNvSpPr/>
          <p:nvPr/>
        </p:nvSpPr>
        <p:spPr>
          <a:xfrm>
            <a:off x="7897478" y="4570252"/>
            <a:ext cx="181126" cy="168573"/>
          </a:xfrm>
          <a:prstGeom prst="ellipse">
            <a:avLst/>
          </a:prstGeom>
          <a:solidFill>
            <a:schemeClr val="accent2">
              <a:lumMod val="75000"/>
              <a:alpha val="70000"/>
            </a:schemeClr>
          </a:solidFill>
          <a:ln w="31750" cap="sq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1F46180F-A481-D630-4DE9-362A31929C00}"/>
              </a:ext>
            </a:extLst>
          </p:cNvPr>
          <p:cNvSpPr/>
          <p:nvPr/>
        </p:nvSpPr>
        <p:spPr>
          <a:xfrm>
            <a:off x="8169167" y="6355080"/>
            <a:ext cx="181126" cy="168573"/>
          </a:xfrm>
          <a:prstGeom prst="ellipse">
            <a:avLst/>
          </a:prstGeom>
          <a:solidFill>
            <a:schemeClr val="accent2">
              <a:lumMod val="75000"/>
              <a:alpha val="70000"/>
            </a:schemeClr>
          </a:solidFill>
          <a:ln w="31750" cap="sq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FE32CE41-AA8C-67CE-BCDF-CAB139787285}"/>
              </a:ext>
            </a:extLst>
          </p:cNvPr>
          <p:cNvSpPr/>
          <p:nvPr/>
        </p:nvSpPr>
        <p:spPr>
          <a:xfrm>
            <a:off x="6502498" y="5681573"/>
            <a:ext cx="181126" cy="168573"/>
          </a:xfrm>
          <a:prstGeom prst="ellipse">
            <a:avLst/>
          </a:prstGeom>
          <a:solidFill>
            <a:schemeClr val="accent2">
              <a:lumMod val="75000"/>
              <a:alpha val="70000"/>
            </a:schemeClr>
          </a:solidFill>
          <a:ln w="31750" cap="sq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E8E46793-5843-1059-2653-46B2D1DB7837}"/>
              </a:ext>
            </a:extLst>
          </p:cNvPr>
          <p:cNvSpPr/>
          <p:nvPr/>
        </p:nvSpPr>
        <p:spPr>
          <a:xfrm>
            <a:off x="7988041" y="5492571"/>
            <a:ext cx="181126" cy="168573"/>
          </a:xfrm>
          <a:prstGeom prst="ellipse">
            <a:avLst/>
          </a:prstGeom>
          <a:solidFill>
            <a:schemeClr val="accent2">
              <a:lumMod val="75000"/>
              <a:alpha val="70000"/>
            </a:schemeClr>
          </a:solidFill>
          <a:ln w="31750" cap="sq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4DABE3-2592-7E81-7E22-7F6722C90EDE}"/>
              </a:ext>
            </a:extLst>
          </p:cNvPr>
          <p:cNvSpPr txBox="1"/>
          <p:nvPr/>
        </p:nvSpPr>
        <p:spPr>
          <a:xfrm>
            <a:off x="7905634" y="2441346"/>
            <a:ext cx="166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Ливны (1586)</a:t>
            </a:r>
            <a:endParaRPr lang="ru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019DB8-8C40-44FA-5D52-1FBD88B2F156}"/>
              </a:ext>
            </a:extLst>
          </p:cNvPr>
          <p:cNvSpPr txBox="1"/>
          <p:nvPr/>
        </p:nvSpPr>
        <p:spPr>
          <a:xfrm>
            <a:off x="9635054" y="3626286"/>
            <a:ext cx="1989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Century Gothic" panose="020B0502020202020204" pitchFamily="34" charset="0"/>
              </a:rPr>
              <a:t>Воронеж (1586)</a:t>
            </a:r>
            <a:endParaRPr lang="ru-UA" dirty="0">
              <a:latin typeface="Century Gothic" panose="020B0502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341D8E-7337-F009-39EB-1D29C62491F6}"/>
              </a:ext>
            </a:extLst>
          </p:cNvPr>
          <p:cNvSpPr txBox="1"/>
          <p:nvPr/>
        </p:nvSpPr>
        <p:spPr>
          <a:xfrm>
            <a:off x="8999866" y="2029258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Елец (1592)</a:t>
            </a:r>
            <a:endParaRPr lang="ru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402124-7FF7-E68F-39B5-358606B9673D}"/>
              </a:ext>
            </a:extLst>
          </p:cNvPr>
          <p:cNvSpPr txBox="1"/>
          <p:nvPr/>
        </p:nvSpPr>
        <p:spPr>
          <a:xfrm>
            <a:off x="6256441" y="4469263"/>
            <a:ext cx="1748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Оскол (1593)</a:t>
            </a:r>
            <a:endParaRPr lang="ru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E27AA1-70CF-343E-FAC6-E6044CEAAB74}"/>
              </a:ext>
            </a:extLst>
          </p:cNvPr>
          <p:cNvSpPr txBox="1"/>
          <p:nvPr/>
        </p:nvSpPr>
        <p:spPr>
          <a:xfrm>
            <a:off x="8152043" y="5392191"/>
            <a:ext cx="2571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solidFill>
                  <a:schemeClr val="bg1"/>
                </a:solidFill>
                <a:latin typeface="Century Gothic" panose="020B0502020202020204" pitchFamily="34" charset="0"/>
              </a:rPr>
              <a:t>Цареборисов</a:t>
            </a:r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 (1599)</a:t>
            </a:r>
            <a:endParaRPr lang="ru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FC2FAB-56A0-D1A2-F959-46ADAF6D79F2}"/>
              </a:ext>
            </a:extLst>
          </p:cNvPr>
          <p:cNvSpPr txBox="1"/>
          <p:nvPr/>
        </p:nvSpPr>
        <p:spPr>
          <a:xfrm>
            <a:off x="4479187" y="5581193"/>
            <a:ext cx="2023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Белгород (1593)</a:t>
            </a:r>
            <a:endParaRPr lang="ru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8672FF-4B53-7E02-6603-759DFB67BBAA}"/>
              </a:ext>
            </a:extLst>
          </p:cNvPr>
          <p:cNvSpPr txBox="1"/>
          <p:nvPr/>
        </p:nvSpPr>
        <p:spPr>
          <a:xfrm>
            <a:off x="8299281" y="6254700"/>
            <a:ext cx="1874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Валуйки (1593)</a:t>
            </a:r>
            <a:endParaRPr lang="ru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150CF0-47AC-2CBD-D972-70B15EF7D7B4}"/>
              </a:ext>
            </a:extLst>
          </p:cNvPr>
          <p:cNvSpPr txBox="1"/>
          <p:nvPr/>
        </p:nvSpPr>
        <p:spPr>
          <a:xfrm>
            <a:off x="357220" y="1995070"/>
            <a:ext cx="652717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850"/>
            <a:r>
              <a:rPr lang="ru-RU" sz="2000" dirty="0">
                <a:solidFill>
                  <a:schemeClr val="bg1"/>
                </a:solidFill>
                <a:latin typeface="Century Gothic" panose="020B0502020202020204" pitchFamily="34" charset="0"/>
              </a:rPr>
              <a:t>В конце </a:t>
            </a:r>
            <a:r>
              <a:rPr lang="en-US" sz="2000" dirty="0">
                <a:solidFill>
                  <a:schemeClr val="bg1"/>
                </a:solidFill>
                <a:latin typeface="Century Gothic" panose="020B0502020202020204" pitchFamily="34" charset="0"/>
              </a:rPr>
              <a:t>XVI </a:t>
            </a:r>
            <a:r>
              <a:rPr lang="ru-RU" sz="2000" dirty="0">
                <a:solidFill>
                  <a:schemeClr val="bg1"/>
                </a:solidFill>
                <a:latin typeface="Century Gothic" panose="020B0502020202020204" pitchFamily="34" charset="0"/>
              </a:rPr>
              <a:t>столетия Московское государство строит сторожи и крепости на главных направлениях набегов татар и ногайцев, от Северского Донца по Айдару и до Белгородской черты.</a:t>
            </a:r>
            <a:endParaRPr lang="ru-UA" sz="20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690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7DC76-F4F9-A209-8CA6-49244D373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5681E36-BE38-17E8-F86C-47AC95C95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04347" y="0"/>
            <a:ext cx="9785493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B25DECA-8CC8-00D6-235F-7EF838066730}"/>
              </a:ext>
            </a:extLst>
          </p:cNvPr>
          <p:cNvSpPr/>
          <p:nvPr/>
        </p:nvSpPr>
        <p:spPr>
          <a:xfrm>
            <a:off x="0" y="0"/>
            <a:ext cx="12192000" cy="6861950"/>
          </a:xfrm>
          <a:prstGeom prst="rect">
            <a:avLst/>
          </a:prstGeom>
          <a:gradFill flip="none" rotWithShape="1">
            <a:gsLst>
              <a:gs pos="24000">
                <a:srgbClr val="000000">
                  <a:alpha val="0"/>
                </a:srgbClr>
              </a:gs>
              <a:gs pos="74000">
                <a:schemeClr val="tx1"/>
              </a:gs>
            </a:gsLst>
            <a:lin ang="10800000" scaled="0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F98F50-C890-4CF2-D691-2859700B5861}"/>
              </a:ext>
            </a:extLst>
          </p:cNvPr>
          <p:cNvSpPr txBox="1"/>
          <p:nvPr/>
        </p:nvSpPr>
        <p:spPr>
          <a:xfrm>
            <a:off x="355600" y="813020"/>
            <a:ext cx="5740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7675"/>
            <a:r>
              <a:rPr lang="ru-RU" sz="2000" dirty="0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В 1599-1600 годах, возле седьмой  казацкой сторожи на берегу Айдара, двумя верстами ниже впадения в него реки Белой, </a:t>
            </a:r>
            <a:r>
              <a:rPr lang="ru-RU" sz="2000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московский воевода </a:t>
            </a:r>
            <a:r>
              <a:rPr lang="ru-RU" sz="2000" dirty="0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Богдан Бельский строит сторожевое местечко Бельск. </a:t>
            </a:r>
            <a:endParaRPr lang="ru-UA" sz="2400" dirty="0">
              <a:solidFill>
                <a:schemeClr val="bg1"/>
              </a:solidFill>
              <a:latin typeface="Century Gothic" panose="020B0502020202020204" pitchFamily="34" charset="0"/>
              <a:cs typeface="Courier New" panose="02070309020205020404" pitchFamily="49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28411A6-5261-E408-34E2-7E11EEA028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2878" y="3392488"/>
            <a:ext cx="4255838" cy="28372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74359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33B26-F5A6-FDDA-8C29-8D12D28A9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69AB81-F610-62F2-ADFF-BC4EA0F058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8307838" cy="696473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3BE35D4-F365-63BC-B2E0-FB0990292C42}"/>
              </a:ext>
            </a:extLst>
          </p:cNvPr>
          <p:cNvSpPr/>
          <p:nvPr/>
        </p:nvSpPr>
        <p:spPr>
          <a:xfrm>
            <a:off x="0" y="0"/>
            <a:ext cx="12192000" cy="6861950"/>
          </a:xfrm>
          <a:prstGeom prst="rect">
            <a:avLst/>
          </a:prstGeom>
          <a:gradFill flip="none" rotWithShape="1">
            <a:gsLst>
              <a:gs pos="24000">
                <a:srgbClr val="000000">
                  <a:alpha val="0"/>
                </a:srgbClr>
              </a:gs>
              <a:gs pos="69000">
                <a:schemeClr val="tx1"/>
              </a:gs>
            </a:gsLst>
            <a:lin ang="0" scaled="0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F4270-2DB0-275C-3AD6-F3788A010A26}"/>
              </a:ext>
            </a:extLst>
          </p:cNvPr>
          <p:cNvSpPr txBox="1"/>
          <p:nvPr/>
        </p:nvSpPr>
        <p:spPr>
          <a:xfrm>
            <a:off x="6096000" y="570615"/>
            <a:ext cx="57404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7675"/>
            <a:r>
              <a:rPr lang="ru-RU" sz="2000" dirty="0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В 1607 году, при слиянии рек Шульга и Айдар был основан Шульгин-городок.</a:t>
            </a:r>
          </a:p>
          <a:p>
            <a:pPr indent="447675"/>
            <a:r>
              <a:rPr lang="ru-RU" sz="2000" dirty="0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В 1637 году, донские казаки основали </a:t>
            </a:r>
            <a:r>
              <a:rPr lang="ru-RU" sz="2000" dirty="0" err="1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Закотянский</a:t>
            </a:r>
            <a:r>
              <a:rPr lang="ru-RU" sz="2000" dirty="0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 городок, а в 1640 появились Боровское и </a:t>
            </a:r>
            <a:r>
              <a:rPr lang="ru-RU" sz="2000" dirty="0" err="1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Староайдарский</a:t>
            </a:r>
            <a:r>
              <a:rPr lang="ru-RU" sz="2000" dirty="0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 городок. Между реками Айдар и Белая строится Белолуцк.</a:t>
            </a:r>
          </a:p>
          <a:p>
            <a:pPr indent="447675"/>
            <a:r>
              <a:rPr lang="ru-RU" sz="2000" dirty="0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Во второй половине </a:t>
            </a:r>
            <a:r>
              <a:rPr lang="en-US" sz="2000" dirty="0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XVII</a:t>
            </a:r>
            <a:r>
              <a:rPr lang="ru-RU" sz="2000" dirty="0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 века начинают появляться юрты и городки донских казаков.</a:t>
            </a:r>
            <a:endParaRPr lang="ru-UA" sz="2400" dirty="0">
              <a:solidFill>
                <a:schemeClr val="bg1"/>
              </a:solidFill>
              <a:latin typeface="Century Gothic" panose="020B0502020202020204" pitchFamily="34" charset="0"/>
              <a:cs typeface="Courier New" panose="02070309020205020404" pitchFamily="49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97987B-EBBF-FD38-10A0-FF630CB4D4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892" y="3740714"/>
            <a:ext cx="3585468" cy="28265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4703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89284-2FA6-58F6-023A-F1187C64B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97C59C4-60F1-03EE-D567-343284B5F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538598"/>
            <a:ext cx="12233193" cy="790856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FFC212F-D202-8B03-713A-3C778D7EFB77}"/>
              </a:ext>
            </a:extLst>
          </p:cNvPr>
          <p:cNvSpPr/>
          <p:nvPr/>
        </p:nvSpPr>
        <p:spPr>
          <a:xfrm>
            <a:off x="0" y="0"/>
            <a:ext cx="12192000" cy="6861950"/>
          </a:xfrm>
          <a:prstGeom prst="rect">
            <a:avLst/>
          </a:prstGeom>
          <a:gradFill flip="none" rotWithShape="1">
            <a:gsLst>
              <a:gs pos="34000">
                <a:srgbClr val="000000">
                  <a:alpha val="0"/>
                </a:srgbClr>
              </a:gs>
              <a:gs pos="93000">
                <a:schemeClr val="tx1"/>
              </a:gs>
            </a:gsLst>
            <a:lin ang="5400000" scaled="0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C6072-55EF-A094-7A66-4BA35243800B}"/>
              </a:ext>
            </a:extLst>
          </p:cNvPr>
          <p:cNvSpPr txBox="1"/>
          <p:nvPr/>
        </p:nvSpPr>
        <p:spPr>
          <a:xfrm>
            <a:off x="376196" y="5602387"/>
            <a:ext cx="1148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7675"/>
            <a:r>
              <a:rPr lang="ru-RU" sz="2000" dirty="0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С 1686 года происходит массовое заселение </a:t>
            </a:r>
            <a:r>
              <a:rPr lang="ru-RU" sz="2000" dirty="0" err="1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Приайдарья</a:t>
            </a:r>
            <a:r>
              <a:rPr lang="ru-RU" sz="2000" dirty="0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, в том числе Шульгин-городка и Беленького.</a:t>
            </a:r>
            <a:endParaRPr lang="ru-UA" sz="2400" dirty="0">
              <a:solidFill>
                <a:schemeClr val="bg1"/>
              </a:solidFill>
              <a:latin typeface="Century Gothic" panose="020B0502020202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13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3A0EA-7FF2-7B97-865E-FE54AF4DC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64B133C-5FA2-EE16-8965-0CE045305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5876544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CF38EEF-BE87-E0DB-60B5-4082661CA037}"/>
              </a:ext>
            </a:extLst>
          </p:cNvPr>
          <p:cNvSpPr/>
          <p:nvPr/>
        </p:nvSpPr>
        <p:spPr>
          <a:xfrm>
            <a:off x="0" y="-3950"/>
            <a:ext cx="12192000" cy="6861950"/>
          </a:xfrm>
          <a:prstGeom prst="rect">
            <a:avLst/>
          </a:prstGeom>
          <a:gradFill flip="none" rotWithShape="1">
            <a:gsLst>
              <a:gs pos="34000">
                <a:srgbClr val="000000">
                  <a:alpha val="0"/>
                </a:srgbClr>
              </a:gs>
              <a:gs pos="81000">
                <a:schemeClr val="tx1"/>
              </a:gs>
            </a:gsLst>
            <a:lin ang="5400000" scaled="0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DCCD07-C336-769D-3C1D-CFB4EE3C727B}"/>
              </a:ext>
            </a:extLst>
          </p:cNvPr>
          <p:cNvSpPr txBox="1"/>
          <p:nvPr/>
        </p:nvSpPr>
        <p:spPr>
          <a:xfrm>
            <a:off x="355600" y="5351609"/>
            <a:ext cx="11480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7675"/>
            <a:r>
              <a:rPr lang="ru-RU" sz="2000" dirty="0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После поражения </a:t>
            </a:r>
            <a:r>
              <a:rPr lang="ru-RU" sz="2000" dirty="0" err="1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Булавинского</a:t>
            </a:r>
            <a:r>
              <a:rPr lang="ru-RU" sz="2000" dirty="0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 восстания Петр </a:t>
            </a:r>
            <a:r>
              <a:rPr lang="en-US" sz="2000" dirty="0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I</a:t>
            </a:r>
            <a:r>
              <a:rPr lang="ru-RU" sz="2000" dirty="0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 22 августа 1708 года приказал отобрать у донских казаков земли по Айдару и передать их казакам Острогожского Слободского Полка.</a:t>
            </a:r>
            <a:endParaRPr lang="ru-UA" sz="2000" dirty="0">
              <a:solidFill>
                <a:schemeClr val="bg1"/>
              </a:solidFill>
              <a:latin typeface="Century Gothic" panose="020B0502020202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760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CE1EE-589E-EC36-10D1-A52E5E0AB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0B0CD6F-B712-8BCE-08A2-94BF6BAEC6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505"/>
            <a:ext cx="12192000" cy="846534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8252D21-E53C-E7D2-CE63-BD3A8FFC4A99}"/>
              </a:ext>
            </a:extLst>
          </p:cNvPr>
          <p:cNvSpPr/>
          <p:nvPr/>
        </p:nvSpPr>
        <p:spPr>
          <a:xfrm>
            <a:off x="0" y="0"/>
            <a:ext cx="12192000" cy="6861950"/>
          </a:xfrm>
          <a:prstGeom prst="rect">
            <a:avLst/>
          </a:prstGeom>
          <a:gradFill flip="none" rotWithShape="1">
            <a:gsLst>
              <a:gs pos="34000">
                <a:srgbClr val="000000">
                  <a:alpha val="0"/>
                </a:srgbClr>
              </a:gs>
              <a:gs pos="81000">
                <a:schemeClr val="tx1"/>
              </a:gs>
            </a:gsLst>
            <a:lin ang="5400000" scaled="0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10322B-F60B-CE8C-421F-E7C60CF7C3C4}"/>
              </a:ext>
            </a:extLst>
          </p:cNvPr>
          <p:cNvSpPr txBox="1"/>
          <p:nvPr/>
        </p:nvSpPr>
        <p:spPr>
          <a:xfrm>
            <a:off x="355600" y="4870867"/>
            <a:ext cx="11480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7675"/>
            <a:r>
              <a:rPr lang="ru-RU" sz="2000" dirty="0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В 1732 году люди из Острогожского полка начали заселение в Беленькое, </a:t>
            </a:r>
            <a:r>
              <a:rPr lang="ru-RU" sz="2000" dirty="0" err="1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Закотное</a:t>
            </a:r>
            <a:r>
              <a:rPr lang="ru-RU" sz="2000" dirty="0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, Осиновое и </a:t>
            </a:r>
            <a:r>
              <a:rPr lang="ru-RU" sz="2000" dirty="0" err="1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Белолуцкое</a:t>
            </a:r>
            <a:r>
              <a:rPr lang="ru-RU" sz="2000" dirty="0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.</a:t>
            </a:r>
          </a:p>
          <a:p>
            <a:pPr indent="447675"/>
            <a:r>
              <a:rPr lang="ru-RU" sz="2000" dirty="0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Вслед за Острогожским полком, на Айдар били переведены в село </a:t>
            </a:r>
            <a:r>
              <a:rPr lang="ru-RU" sz="2000" dirty="0" err="1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Закамьянку</a:t>
            </a:r>
            <a:r>
              <a:rPr lang="ru-RU" sz="2000" dirty="0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Асковский</a:t>
            </a:r>
            <a:r>
              <a:rPr lang="ru-RU" sz="2000" dirty="0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, а в село Троицкое – Астраханские полки.</a:t>
            </a:r>
            <a:endParaRPr lang="ru-UA" sz="2000" dirty="0">
              <a:solidFill>
                <a:schemeClr val="bg1"/>
              </a:solidFill>
              <a:latin typeface="Century Gothic" panose="020B0502020202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177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6AED7-8BA5-AE46-A388-30E518D5D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5DE1BE9-F6FD-3994-F111-FD2B223C5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65003" y="-1"/>
            <a:ext cx="8626997" cy="688137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83016B5-A755-9E37-9538-C6FB2CBA0441}"/>
              </a:ext>
            </a:extLst>
          </p:cNvPr>
          <p:cNvSpPr/>
          <p:nvPr/>
        </p:nvSpPr>
        <p:spPr>
          <a:xfrm>
            <a:off x="0" y="-3950"/>
            <a:ext cx="12192000" cy="6861950"/>
          </a:xfrm>
          <a:prstGeom prst="rect">
            <a:avLst/>
          </a:prstGeom>
          <a:gradFill flip="none" rotWithShape="1">
            <a:gsLst>
              <a:gs pos="31000">
                <a:srgbClr val="000000">
                  <a:alpha val="0"/>
                </a:srgbClr>
              </a:gs>
              <a:gs pos="72000">
                <a:schemeClr val="tx1"/>
              </a:gs>
            </a:gsLst>
            <a:lin ang="10800000" scaled="0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753F20-A79C-717F-9D6F-90F6C7393657}"/>
              </a:ext>
            </a:extLst>
          </p:cNvPr>
          <p:cNvSpPr txBox="1"/>
          <p:nvPr/>
        </p:nvSpPr>
        <p:spPr>
          <a:xfrm>
            <a:off x="263002" y="3100100"/>
            <a:ext cx="1148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7675"/>
            <a:r>
              <a:rPr lang="ru-RU" sz="3200" dirty="0">
                <a:solidFill>
                  <a:schemeClr val="bg1"/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Спасибо за внимание!</a:t>
            </a:r>
            <a:endParaRPr lang="ru-UA" sz="3200" dirty="0">
              <a:solidFill>
                <a:schemeClr val="bg1"/>
              </a:solidFill>
              <a:latin typeface="Century Gothic" panose="020B0502020202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062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288</Words>
  <Application>Microsoft Office PowerPoint</Application>
  <PresentationFormat>Широкоэкранный</PresentationFormat>
  <Paragraphs>23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Century Gothic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Yurik A</dc:creator>
  <cp:lastModifiedBy>Yurik A</cp:lastModifiedBy>
  <cp:revision>7</cp:revision>
  <dcterms:created xsi:type="dcterms:W3CDTF">2025-11-22T12:11:11Z</dcterms:created>
  <dcterms:modified xsi:type="dcterms:W3CDTF">2025-11-23T15:16:26Z</dcterms:modified>
</cp:coreProperties>
</file>